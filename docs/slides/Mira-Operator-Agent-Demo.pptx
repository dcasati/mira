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OPERATOR AGENT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 Ontology Grounding with a Redis-Governed Schema Cache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Live-tested end to end via Zello radio  •  AKS  •  Azure AI Foundry  •  Azure Managed Redis  •  Microsoft Fabric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Fabric's Data Agent was too slow to ground a live radio conversation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5F6FA"/>
          </a:solidFill>
          <a:ln w="19050">
            <a:solidFill>
              <a:srgbClr val="C7CC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240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30–58s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 through Fabric's Data Agent (NL2SQL)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5F6FA"/>
          </a:solidFill>
          <a:ln w="19050">
            <a:solidFill>
              <a:srgbClr val="C7CC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240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45–100s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31546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budget needed just to survive one call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0116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5F6FA"/>
          </a:solidFill>
          <a:ln w="19050">
            <a:solidFill>
              <a:srgbClr val="C7CC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2240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412480" y="31546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for that latency on a live push-to-talk radio channel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stop calling the Data Agent's NL2SQL entirely.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schema from Fabric's own Ontology metadata (entities + relationships).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operational data directly from OneLake Delta tables — no SQL generation in the loop.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Operator Agent  |  Ontology Grounding &amp; Redis Cache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 and the governance pipeline</a:t>
            </a:r>
            <a:endParaRPr lang="en-US" sz="2600" dirty="0"/>
          </a:p>
        </p:txBody>
      </p:sp>
      <p:pic>
        <p:nvPicPr>
          <p:cNvPr id="5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4918" y="1463040"/>
            <a:ext cx="7511684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Operator Agent  |  Ontology Grounding &amp; Redis Cache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query, end to end</a:t>
            </a:r>
            <a:endParaRPr lang="en-US" sz="2600" dirty="0"/>
          </a:p>
        </p:txBody>
      </p:sp>
      <p:pic>
        <p:nvPicPr>
          <p:cNvPr id="5" name="Image 0" descr="s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67180"/>
            <a:ext cx="11247120" cy="5049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Operator Agent  |  Ontology Grounding &amp; Redis Cache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Ontology changes are PR-reviewed, not silent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4345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workspace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43459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item is Git-enabled; commits sync it to GitHub as JSON.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83230" y="1874520"/>
            <a:ext cx="320040" cy="228600"/>
          </a:xfrm>
          <a:prstGeom prst="rightArrow">
            <a:avLst/>
          </a:prstGeom>
          <a:solidFill>
            <a:srgbClr val="8B95B8"/>
          </a:solidFill>
          <a:ln/>
        </p:spPr>
      </p:sp>
      <p:sp>
        <p:nvSpPr>
          <p:cNvPr id="10" name="Shape 8"/>
          <p:cNvSpPr/>
          <p:nvPr/>
        </p:nvSpPr>
        <p:spPr>
          <a:xfrm>
            <a:off x="3394710" y="173736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339471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94710" y="2377440"/>
            <a:ext cx="24345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94710" y="2834640"/>
            <a:ext cx="243459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synced schema plus human-curated enrichment/synonyms.json.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20740" y="1874520"/>
            <a:ext cx="320040" cy="228600"/>
          </a:xfrm>
          <a:prstGeom prst="rightArrow">
            <a:avLst/>
          </a:prstGeom>
          <a:solidFill>
            <a:srgbClr val="8B95B8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2220" y="173736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63322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32220" y="2377440"/>
            <a:ext cx="24345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32220" y="2834640"/>
            <a:ext cx="243459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the schema; authenticates via OIDC — no stored secrets.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58250" y="1874520"/>
            <a:ext cx="320040" cy="228600"/>
          </a:xfrm>
          <a:prstGeom prst="rightArrow">
            <a:avLst/>
          </a:prstGeom>
          <a:solidFill>
            <a:srgbClr val="8B95B8"/>
          </a:solidFill>
          <a:ln/>
        </p:spPr>
      </p:sp>
      <p:sp>
        <p:nvSpPr>
          <p:cNvPr id="20" name="Shape 18"/>
          <p:cNvSpPr/>
          <p:nvPr/>
        </p:nvSpPr>
        <p:spPr>
          <a:xfrm>
            <a:off x="9269730" y="173736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926973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69730" y="2377440"/>
            <a:ext cx="24345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Managed Redis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69730" y="2834640"/>
            <a:ext cx="243459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via Entra ID. Agent reads this cache first; Fabric is fallback only.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solidFill>
            <a:srgbClr val="F5F6FA"/>
          </a:solidFill>
          <a:ln w="12700">
            <a:solidFill>
              <a:srgbClr val="C7C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9379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beyond speed: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is never a hard dependency — on any Redis failure the agent falls back to live Fabric discovery. Governance and enrichment are the real win; the cache is a side benefit.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Operator Agent  |  Ontology Grounding &amp; Redis Cache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ontology traversal types, tested live — all correct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3566160"/>
        </p:xfrm>
        <a:graphic>
          <a:graphicData uri="http://schemas.openxmlformats.org/drawingml/2006/table">
            <a:tbl>
              <a:tblPr/>
              <a:tblGrid>
                <a:gridCol w="2651760"/>
                <a:gridCol w="4480560"/>
                <a:gridCol w="2560320"/>
                <a:gridCol w="15544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exercised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↔ CallSign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mission is Echo 2 assigned to?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(MISSION-002)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↔ Event (join table)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events happened during Mission 1?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Correct, in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 ↔ Proword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Prowords in advance-to-Charlie procedure?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(3/3)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↔ Asset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targeted by Construct Drift Watch?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(2/2, right status)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→ Event →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CallSign (reverse)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last reported on relay hardline?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— most recent of 2 events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live on-air test over Zello: </a:t>
            </a:r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procedures apply to the asset Sierra 1 last reported on?” — correct answer, spoken back on the radio.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Operator Agent  |  Ontology Grounding &amp; Redis Cache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ASSERTION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pod logs — Redis served the schema, Fabric fallback never fired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2011680"/>
          </a:xfrm>
          <a:prstGeom prst="rect">
            <a:avLst/>
          </a:prstGeom>
          <a:solidFill>
            <a:srgbClr val="111633"/>
          </a:solidFill>
          <a:ln w="12700">
            <a:solidFill>
              <a:srgbClr val="3A44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10698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FE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17:01:56  operator_matrix.schema_loaded source=redis entities=6 relationships=8 tables=7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FE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18:12:24  operator_matrix.schema_loaded source=redis entities=6 relationships=8 tables=7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FE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18:17:33  operator_matrix.schema_loaded source=redis entities=6 relationships=8 tables=7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FE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18:34:31  operator_matrix.schema_loaded source=redis entities=6 relationships=8 tables=7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5440680" cy="1920240"/>
          </a:xfrm>
          <a:prstGeom prst="rect">
            <a:avLst/>
          </a:prstGeom>
          <a:solidFill>
            <a:srgbClr val="262C5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60520"/>
            <a:ext cx="4983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reloads across 76 minutes of testing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EB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300s TTL exactly — not per-request.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 fallback log lines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EB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entire window — Redis never missed.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3977640"/>
            <a:ext cx="5532120" cy="1920240"/>
          </a:xfrm>
          <a:prstGeom prst="rect">
            <a:avLst/>
          </a:prstGeom>
          <a:solidFill>
            <a:srgbClr val="262C5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4160520"/>
            <a:ext cx="5074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landing on a reload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(18:12, 18:17)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 24–30s.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EB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between reloads ran a flat 17–20s — the reload cost is real but small, and confined to 1-in-5 requests here.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Operator Agent  |  Ontology Grounding &amp; Redis Cache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0233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left to close 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Fabric → GitHub Git integration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0756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currently holds a manually-captured schema snapshot for testing; needs the live workspace Git connection.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unused private-endpoint subnet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2186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 from the original private-endpoint plan before switching to public + Entra-only.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9776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Redis-first schema loading with TTL refresh + Fabric fallback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3616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deployed, and verified via live pod logs.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16636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166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51206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live test via Zello radio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55046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correct grounded answer, spoken back on air.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Operator Agent  |  Ontology Grounding &amp; Redis Cache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github.com/dcasati/mira-operator-agent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github.com/dcasati/operator-matrix-ontology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 Operator Agent — Ontology Grounding with Redis-Governed Cache</dc:title>
  <dc:subject>PptxGenJS Presentation</dc:subject>
  <dc:creator>Mira Team</dc:creator>
  <cp:lastModifiedBy>Mira Team</cp:lastModifiedBy>
  <cp:revision>1</cp:revision>
  <dcterms:created xsi:type="dcterms:W3CDTF">2026-08-14T19:52:50Z</dcterms:created>
  <dcterms:modified xsi:type="dcterms:W3CDTF">2026-08-14T19:52:50Z</dcterms:modified>
</cp:coreProperties>
</file>